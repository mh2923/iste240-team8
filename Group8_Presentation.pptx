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IBM Plex Mono Bold" charset="1" panose="020B0809050203000203"/>
      <p:regular r:id="rId10"/>
    </p:embeddedFont>
    <p:embeddedFont>
      <p:font typeface="IBM Plex Mono" charset="1" panose="020B05090502030002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4.jpeg" Type="http://schemas.openxmlformats.org/officeDocument/2006/relationships/image"/><Relationship Id="rId6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4349"/>
            <a:ext cx="10420061" cy="5909350"/>
            <a:chOff x="0" y="0"/>
            <a:chExt cx="2744378" cy="15563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4378" cy="1556372"/>
            </a:xfrm>
            <a:custGeom>
              <a:avLst/>
              <a:gdLst/>
              <a:ahLst/>
              <a:cxnLst/>
              <a:rect r="r" b="b" t="t" l="l"/>
              <a:pathLst>
                <a:path h="1556372" w="2744378">
                  <a:moveTo>
                    <a:pt x="37892" y="0"/>
                  </a:moveTo>
                  <a:lnTo>
                    <a:pt x="2706486" y="0"/>
                  </a:lnTo>
                  <a:cubicBezTo>
                    <a:pt x="2727413" y="0"/>
                    <a:pt x="2744378" y="16965"/>
                    <a:pt x="2744378" y="37892"/>
                  </a:cubicBezTo>
                  <a:lnTo>
                    <a:pt x="2744378" y="1518480"/>
                  </a:lnTo>
                  <a:cubicBezTo>
                    <a:pt x="2744378" y="1539407"/>
                    <a:pt x="2727413" y="1556372"/>
                    <a:pt x="2706486" y="1556372"/>
                  </a:cubicBezTo>
                  <a:lnTo>
                    <a:pt x="37892" y="1556372"/>
                  </a:lnTo>
                  <a:cubicBezTo>
                    <a:pt x="16965" y="1556372"/>
                    <a:pt x="0" y="1539407"/>
                    <a:pt x="0" y="1518480"/>
                  </a:cubicBezTo>
                  <a:lnTo>
                    <a:pt x="0" y="37892"/>
                  </a:lnTo>
                  <a:cubicBezTo>
                    <a:pt x="0" y="16965"/>
                    <a:pt x="16965" y="0"/>
                    <a:pt x="37892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4378" cy="1594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62399" y="1028700"/>
            <a:ext cx="5396478" cy="3693210"/>
            <a:chOff x="0" y="0"/>
            <a:chExt cx="2744378" cy="18781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4378" cy="1878181"/>
            </a:xfrm>
            <a:custGeom>
              <a:avLst/>
              <a:gdLst/>
              <a:ahLst/>
              <a:cxnLst/>
              <a:rect r="r" b="b" t="t" l="l"/>
              <a:pathLst>
                <a:path h="1878181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853793"/>
                  </a:lnTo>
                  <a:cubicBezTo>
                    <a:pt x="2744378" y="1860261"/>
                    <a:pt x="2741809" y="1866464"/>
                    <a:pt x="2737235" y="1871038"/>
                  </a:cubicBezTo>
                  <a:cubicBezTo>
                    <a:pt x="2732661" y="1875612"/>
                    <a:pt x="2726458" y="1878181"/>
                    <a:pt x="2719990" y="1878181"/>
                  </a:cubicBezTo>
                  <a:lnTo>
                    <a:pt x="24389" y="1878181"/>
                  </a:lnTo>
                  <a:cubicBezTo>
                    <a:pt x="10919" y="1878181"/>
                    <a:pt x="0" y="1867262"/>
                    <a:pt x="0" y="1853793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44378" cy="1916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50252" y="6645926"/>
            <a:ext cx="6409048" cy="2612374"/>
            <a:chOff x="0" y="0"/>
            <a:chExt cx="2744378" cy="11186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4378" cy="1118628"/>
            </a:xfrm>
            <a:custGeom>
              <a:avLst/>
              <a:gdLst/>
              <a:ahLst/>
              <a:cxnLst/>
              <a:rect r="r" b="b" t="t" l="l"/>
              <a:pathLst>
                <a:path h="1118628" w="2744378">
                  <a:moveTo>
                    <a:pt x="39863" y="0"/>
                  </a:moveTo>
                  <a:lnTo>
                    <a:pt x="2704515" y="0"/>
                  </a:lnTo>
                  <a:cubicBezTo>
                    <a:pt x="2715088" y="0"/>
                    <a:pt x="2725227" y="4200"/>
                    <a:pt x="2732703" y="11676"/>
                  </a:cubicBezTo>
                  <a:cubicBezTo>
                    <a:pt x="2740178" y="19151"/>
                    <a:pt x="2744378" y="29291"/>
                    <a:pt x="2744378" y="39863"/>
                  </a:cubicBezTo>
                  <a:lnTo>
                    <a:pt x="2744378" y="1078765"/>
                  </a:lnTo>
                  <a:cubicBezTo>
                    <a:pt x="2744378" y="1089338"/>
                    <a:pt x="2740178" y="1099477"/>
                    <a:pt x="2732703" y="1106953"/>
                  </a:cubicBezTo>
                  <a:cubicBezTo>
                    <a:pt x="2725227" y="1114428"/>
                    <a:pt x="2715088" y="1118628"/>
                    <a:pt x="2704515" y="1118628"/>
                  </a:cubicBezTo>
                  <a:lnTo>
                    <a:pt x="39863" y="1118628"/>
                  </a:lnTo>
                  <a:cubicBezTo>
                    <a:pt x="29291" y="1118628"/>
                    <a:pt x="19151" y="1114428"/>
                    <a:pt x="11676" y="1106953"/>
                  </a:cubicBezTo>
                  <a:cubicBezTo>
                    <a:pt x="4200" y="1099477"/>
                    <a:pt x="0" y="1089338"/>
                    <a:pt x="0" y="1078765"/>
                  </a:cubicBezTo>
                  <a:lnTo>
                    <a:pt x="0" y="39863"/>
                  </a:lnTo>
                  <a:cubicBezTo>
                    <a:pt x="0" y="29291"/>
                    <a:pt x="4200" y="19151"/>
                    <a:pt x="11676" y="11676"/>
                  </a:cubicBezTo>
                  <a:cubicBezTo>
                    <a:pt x="19151" y="4200"/>
                    <a:pt x="29291" y="0"/>
                    <a:pt x="398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4378" cy="115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8752" y="3266039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14593" y="1293701"/>
            <a:ext cx="179985" cy="179985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04854" y="6960650"/>
            <a:ext cx="213757" cy="213757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62920" y="3266039"/>
            <a:ext cx="347534" cy="347534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449804" y="1293701"/>
            <a:ext cx="179985" cy="179985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584198" y="6960650"/>
            <a:ext cx="213757" cy="213757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15229" y="3266039"/>
            <a:ext cx="347534" cy="347534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684051" y="1293701"/>
            <a:ext cx="179985" cy="179985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62399" y="6960650"/>
            <a:ext cx="213757" cy="213757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14593" y="1828370"/>
            <a:ext cx="4710409" cy="2482334"/>
            <a:chOff x="0" y="0"/>
            <a:chExt cx="729766" cy="3845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9766" cy="384579"/>
            </a:xfrm>
            <a:custGeom>
              <a:avLst/>
              <a:gdLst/>
              <a:ahLst/>
              <a:cxnLst/>
              <a:rect r="r" b="b" t="t" l="l"/>
              <a:pathLst>
                <a:path h="384579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66499"/>
                  </a:lnTo>
                  <a:cubicBezTo>
                    <a:pt x="729766" y="371294"/>
                    <a:pt x="727861" y="375893"/>
                    <a:pt x="724470" y="379283"/>
                  </a:cubicBezTo>
                  <a:cubicBezTo>
                    <a:pt x="721080" y="382674"/>
                    <a:pt x="716481" y="384579"/>
                    <a:pt x="711686" y="384579"/>
                  </a:cubicBezTo>
                  <a:lnTo>
                    <a:pt x="18079" y="384579"/>
                  </a:lnTo>
                  <a:cubicBezTo>
                    <a:pt x="13284" y="384579"/>
                    <a:pt x="8686" y="382674"/>
                    <a:pt x="5295" y="379283"/>
                  </a:cubicBezTo>
                  <a:cubicBezTo>
                    <a:pt x="1905" y="375893"/>
                    <a:pt x="0" y="371294"/>
                    <a:pt x="0" y="366499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212" r="0" b="-1321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708752" y="5415360"/>
            <a:ext cx="6825303" cy="254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3"/>
              </a:lnSpc>
            </a:pPr>
            <a:r>
              <a:rPr lang="en-US" sz="9599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shopKoKo.ae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04854" y="8075606"/>
            <a:ext cx="4808964" cy="69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5017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Group - 8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04854" y="7618077"/>
            <a:ext cx="2711120" cy="39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828">
                <a:solidFill>
                  <a:srgbClr val="07133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Presented By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714342" y="1028700"/>
            <a:ext cx="5396478" cy="3498503"/>
            <a:chOff x="0" y="0"/>
            <a:chExt cx="2744378" cy="17791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754774"/>
                  </a:lnTo>
                  <a:cubicBezTo>
                    <a:pt x="2744378" y="1768244"/>
                    <a:pt x="2733459" y="1779163"/>
                    <a:pt x="2719990" y="1779163"/>
                  </a:cubicBezTo>
                  <a:lnTo>
                    <a:pt x="24389" y="1779163"/>
                  </a:lnTo>
                  <a:cubicBezTo>
                    <a:pt x="17920" y="1779163"/>
                    <a:pt x="11717" y="1776594"/>
                    <a:pt x="7143" y="1772020"/>
                  </a:cubicBezTo>
                  <a:cubicBezTo>
                    <a:pt x="2570" y="1767446"/>
                    <a:pt x="0" y="1761243"/>
                    <a:pt x="0" y="1754774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066536" y="1293701"/>
            <a:ext cx="179985" cy="179985"/>
            <a:chOff x="0" y="0"/>
            <a:chExt cx="6350000" cy="635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301747" y="1293701"/>
            <a:ext cx="179985" cy="179985"/>
            <a:chOff x="0" y="0"/>
            <a:chExt cx="6350000" cy="6350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535994" y="1293701"/>
            <a:ext cx="179985" cy="179985"/>
            <a:chOff x="0" y="0"/>
            <a:chExt cx="6350000" cy="6350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066536" y="1786212"/>
            <a:ext cx="4710409" cy="2351465"/>
            <a:chOff x="0" y="0"/>
            <a:chExt cx="729766" cy="3643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46224"/>
                  </a:lnTo>
                  <a:cubicBezTo>
                    <a:pt x="729766" y="351019"/>
                    <a:pt x="727861" y="355618"/>
                    <a:pt x="724470" y="359008"/>
                  </a:cubicBezTo>
                  <a:cubicBezTo>
                    <a:pt x="721080" y="362399"/>
                    <a:pt x="716481" y="364303"/>
                    <a:pt x="711686" y="364303"/>
                  </a:cubicBezTo>
                  <a:lnTo>
                    <a:pt x="18079" y="364303"/>
                  </a:lnTo>
                  <a:cubicBezTo>
                    <a:pt x="13284" y="364303"/>
                    <a:pt x="8686" y="362399"/>
                    <a:pt x="5295" y="359008"/>
                  </a:cubicBezTo>
                  <a:cubicBezTo>
                    <a:pt x="1905" y="355618"/>
                    <a:pt x="0" y="351019"/>
                    <a:pt x="0" y="346224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730" r="0" b="-1673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15680"/>
            <a:ext cx="8864188" cy="5066448"/>
            <a:chOff x="0" y="0"/>
            <a:chExt cx="3845713" cy="2198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713" cy="2198070"/>
            </a:xfrm>
            <a:custGeom>
              <a:avLst/>
              <a:gdLst/>
              <a:ahLst/>
              <a:cxnLst/>
              <a:rect r="r" b="b" t="t" l="l"/>
              <a:pathLst>
                <a:path h="2198070" w="3845713">
                  <a:moveTo>
                    <a:pt x="27075" y="0"/>
                  </a:moveTo>
                  <a:lnTo>
                    <a:pt x="3818638" y="0"/>
                  </a:lnTo>
                  <a:cubicBezTo>
                    <a:pt x="3833591" y="0"/>
                    <a:pt x="3845713" y="12122"/>
                    <a:pt x="3845713" y="27075"/>
                  </a:cubicBezTo>
                  <a:lnTo>
                    <a:pt x="3845713" y="2170995"/>
                  </a:lnTo>
                  <a:cubicBezTo>
                    <a:pt x="3845713" y="2185948"/>
                    <a:pt x="3833591" y="2198070"/>
                    <a:pt x="3818638" y="2198070"/>
                  </a:cubicBezTo>
                  <a:lnTo>
                    <a:pt x="27075" y="2198070"/>
                  </a:lnTo>
                  <a:cubicBezTo>
                    <a:pt x="12122" y="2198070"/>
                    <a:pt x="0" y="2185948"/>
                    <a:pt x="0" y="2170995"/>
                  </a:cubicBezTo>
                  <a:lnTo>
                    <a:pt x="0" y="27075"/>
                  </a:lnTo>
                  <a:cubicBezTo>
                    <a:pt x="0" y="12122"/>
                    <a:pt x="12122" y="0"/>
                    <a:pt x="27075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5713" cy="223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19173"/>
            <a:ext cx="6596613" cy="200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What is shopKoKo.ae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024" y="5169833"/>
            <a:ext cx="7668203" cy="173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217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shopKoKo.ae provides a platform for customers to purchase high end electronic items from sellers from all across the UAE. This is done so by providing a marketplace for resellers to sell items to consumers.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7024" y="4226309"/>
            <a:ext cx="210976" cy="210976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22734" y="4226309"/>
            <a:ext cx="210976" cy="210976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97315" y="4226309"/>
            <a:ext cx="210976" cy="210976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35788" y="1317888"/>
            <a:ext cx="5396478" cy="3498503"/>
            <a:chOff x="0" y="0"/>
            <a:chExt cx="2744378" cy="17791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754774"/>
                  </a:lnTo>
                  <a:cubicBezTo>
                    <a:pt x="2744378" y="1768244"/>
                    <a:pt x="2733459" y="1779163"/>
                    <a:pt x="2719990" y="1779163"/>
                  </a:cubicBezTo>
                  <a:lnTo>
                    <a:pt x="24389" y="1779163"/>
                  </a:lnTo>
                  <a:cubicBezTo>
                    <a:pt x="17920" y="1779163"/>
                    <a:pt x="11717" y="1776594"/>
                    <a:pt x="7143" y="1772020"/>
                  </a:cubicBezTo>
                  <a:cubicBezTo>
                    <a:pt x="2570" y="1767446"/>
                    <a:pt x="0" y="1761243"/>
                    <a:pt x="0" y="1754774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87982" y="1582889"/>
            <a:ext cx="179985" cy="179985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23193" y="1582889"/>
            <a:ext cx="179985" cy="179985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057441" y="1582889"/>
            <a:ext cx="179985" cy="179985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587982" y="2075400"/>
            <a:ext cx="4710409" cy="2351465"/>
            <a:chOff x="0" y="0"/>
            <a:chExt cx="729766" cy="3643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46224"/>
                  </a:lnTo>
                  <a:cubicBezTo>
                    <a:pt x="729766" y="351019"/>
                    <a:pt x="727861" y="355618"/>
                    <a:pt x="724470" y="359008"/>
                  </a:cubicBezTo>
                  <a:cubicBezTo>
                    <a:pt x="721080" y="362399"/>
                    <a:pt x="716481" y="364303"/>
                    <a:pt x="711686" y="364303"/>
                  </a:cubicBezTo>
                  <a:lnTo>
                    <a:pt x="18079" y="364303"/>
                  </a:lnTo>
                  <a:cubicBezTo>
                    <a:pt x="13284" y="364303"/>
                    <a:pt x="8686" y="362399"/>
                    <a:pt x="5295" y="359008"/>
                  </a:cubicBezTo>
                  <a:cubicBezTo>
                    <a:pt x="1905" y="355618"/>
                    <a:pt x="0" y="351019"/>
                    <a:pt x="0" y="346224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856" r="0" b="-1685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62822" y="3636228"/>
            <a:ext cx="5396478" cy="3498503"/>
            <a:chOff x="0" y="0"/>
            <a:chExt cx="2744378" cy="17791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754774"/>
                  </a:lnTo>
                  <a:cubicBezTo>
                    <a:pt x="2744378" y="1768244"/>
                    <a:pt x="2733459" y="1779163"/>
                    <a:pt x="2719990" y="1779163"/>
                  </a:cubicBezTo>
                  <a:lnTo>
                    <a:pt x="24389" y="1779163"/>
                  </a:lnTo>
                  <a:cubicBezTo>
                    <a:pt x="17920" y="1779163"/>
                    <a:pt x="11717" y="1776594"/>
                    <a:pt x="7143" y="1772020"/>
                  </a:cubicBezTo>
                  <a:cubicBezTo>
                    <a:pt x="2570" y="1767446"/>
                    <a:pt x="0" y="1761243"/>
                    <a:pt x="0" y="1754774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15016" y="3901228"/>
            <a:ext cx="179985" cy="179985"/>
            <a:chOff x="0" y="0"/>
            <a:chExt cx="6350000" cy="635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450227" y="3901228"/>
            <a:ext cx="179985" cy="179985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684474" y="3901228"/>
            <a:ext cx="179985" cy="179985"/>
            <a:chOff x="0" y="0"/>
            <a:chExt cx="6350000" cy="635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15016" y="4393739"/>
            <a:ext cx="4710409" cy="2351465"/>
            <a:chOff x="0" y="0"/>
            <a:chExt cx="729766" cy="3643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46224"/>
                  </a:lnTo>
                  <a:cubicBezTo>
                    <a:pt x="729766" y="351019"/>
                    <a:pt x="727861" y="355618"/>
                    <a:pt x="724470" y="359008"/>
                  </a:cubicBezTo>
                  <a:cubicBezTo>
                    <a:pt x="721080" y="362399"/>
                    <a:pt x="716481" y="364303"/>
                    <a:pt x="711686" y="364303"/>
                  </a:cubicBezTo>
                  <a:lnTo>
                    <a:pt x="18079" y="364303"/>
                  </a:lnTo>
                  <a:cubicBezTo>
                    <a:pt x="13284" y="364303"/>
                    <a:pt x="8686" y="362399"/>
                    <a:pt x="5295" y="359008"/>
                  </a:cubicBezTo>
                  <a:cubicBezTo>
                    <a:pt x="1905" y="355618"/>
                    <a:pt x="0" y="351019"/>
                    <a:pt x="0" y="346224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730" r="0" b="-1673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0" y="5928824"/>
            <a:ext cx="8020681" cy="3171980"/>
            <a:chOff x="0" y="0"/>
            <a:chExt cx="3845713" cy="15208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713" cy="1520884"/>
            </a:xfrm>
            <a:custGeom>
              <a:avLst/>
              <a:gdLst/>
              <a:ahLst/>
              <a:cxnLst/>
              <a:rect r="r" b="b" t="t" l="l"/>
              <a:pathLst>
                <a:path h="1520884" w="3845713">
                  <a:moveTo>
                    <a:pt x="29923" y="0"/>
                  </a:moveTo>
                  <a:lnTo>
                    <a:pt x="3815791" y="0"/>
                  </a:lnTo>
                  <a:cubicBezTo>
                    <a:pt x="3832316" y="0"/>
                    <a:pt x="3845713" y="13397"/>
                    <a:pt x="3845713" y="29923"/>
                  </a:cubicBezTo>
                  <a:lnTo>
                    <a:pt x="3845713" y="1490962"/>
                  </a:lnTo>
                  <a:cubicBezTo>
                    <a:pt x="3845713" y="1498898"/>
                    <a:pt x="3842561" y="1506509"/>
                    <a:pt x="3836949" y="1512120"/>
                  </a:cubicBezTo>
                  <a:cubicBezTo>
                    <a:pt x="3831337" y="1517732"/>
                    <a:pt x="3823727" y="1520884"/>
                    <a:pt x="3815791" y="1520884"/>
                  </a:cubicBezTo>
                  <a:lnTo>
                    <a:pt x="29923" y="1520884"/>
                  </a:lnTo>
                  <a:cubicBezTo>
                    <a:pt x="21987" y="1520884"/>
                    <a:pt x="14376" y="1517732"/>
                    <a:pt x="8764" y="1512120"/>
                  </a:cubicBezTo>
                  <a:cubicBezTo>
                    <a:pt x="3153" y="1506509"/>
                    <a:pt x="0" y="1498898"/>
                    <a:pt x="0" y="1490962"/>
                  </a:cubicBezTo>
                  <a:lnTo>
                    <a:pt x="0" y="29923"/>
                  </a:lnTo>
                  <a:cubicBezTo>
                    <a:pt x="0" y="21987"/>
                    <a:pt x="3153" y="14376"/>
                    <a:pt x="8764" y="8764"/>
                  </a:cubicBezTo>
                  <a:cubicBezTo>
                    <a:pt x="14376" y="3153"/>
                    <a:pt x="21987" y="0"/>
                    <a:pt x="2992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45713" cy="1558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96970"/>
            <a:ext cx="7160502" cy="200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Tech Stack 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3001" y="6617639"/>
            <a:ext cx="7111307" cy="227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1329" indent="-195664" lvl="1">
              <a:lnSpc>
                <a:spcPts val="2247"/>
              </a:lnSpc>
              <a:buFont typeface="Arial"/>
              <a:buChar char="•"/>
            </a:pPr>
            <a:r>
              <a:rPr lang="en-US" b="true" sz="1812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Frontend:</a:t>
            </a:r>
            <a:r>
              <a:rPr lang="en-US" sz="181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HTML + CSS + JavaScript (responsive UI) + JWT(JSON Web Token)</a:t>
            </a:r>
          </a:p>
          <a:p>
            <a:pPr algn="l" marL="391329" indent="-195664" lvl="1">
              <a:lnSpc>
                <a:spcPts val="2247"/>
              </a:lnSpc>
              <a:buFont typeface="Arial"/>
              <a:buChar char="•"/>
            </a:pPr>
            <a:r>
              <a:rPr lang="en-US" b="true" sz="1812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Backend:</a:t>
            </a:r>
            <a:r>
              <a:rPr lang="en-US" sz="181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Java </a:t>
            </a:r>
            <a:r>
              <a:rPr lang="en-US" b="true" sz="1812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Spring Boot</a:t>
            </a:r>
          </a:p>
          <a:p>
            <a:pPr algn="l" marL="391329" indent="-195664" lvl="1">
              <a:lnSpc>
                <a:spcPts val="2247"/>
              </a:lnSpc>
              <a:buFont typeface="Arial"/>
              <a:buChar char="•"/>
            </a:pPr>
            <a:r>
              <a:rPr lang="en-US" b="true" sz="1812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Database:</a:t>
            </a:r>
            <a:r>
              <a:rPr lang="en-US" sz="181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b="true" sz="1812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MySQL</a:t>
            </a:r>
            <a:r>
              <a:rPr lang="en-US" sz="181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or PostgreSQL if that's allowed.</a:t>
            </a:r>
          </a:p>
          <a:p>
            <a:pPr algn="l" marL="391329" indent="-195664" lvl="1">
              <a:lnSpc>
                <a:spcPts val="2247"/>
              </a:lnSpc>
              <a:buFont typeface="Arial"/>
              <a:buChar char="•"/>
            </a:pPr>
            <a:r>
              <a:rPr lang="en-US" b="true" sz="1812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Version control:</a:t>
            </a:r>
            <a:r>
              <a:rPr lang="en-US" sz="181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GitHub private repo, regular commits by all members</a:t>
            </a:r>
          </a:p>
          <a:p>
            <a:pPr algn="l" marL="391329" indent="-195664" lvl="1">
              <a:lnSpc>
                <a:spcPts val="2247"/>
              </a:lnSpc>
              <a:buFont typeface="Arial"/>
              <a:buChar char="•"/>
            </a:pPr>
            <a:r>
              <a:rPr lang="en-US" b="true" sz="1812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Core entities:</a:t>
            </a:r>
            <a:r>
              <a:rPr lang="en-US" sz="1812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User, Role, Seller, Warehouse, Product, Category, Cart, Order, Address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13001" y="6209895"/>
            <a:ext cx="190900" cy="19090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62475" y="6209895"/>
            <a:ext cx="190900" cy="19090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10927" y="6209895"/>
            <a:ext cx="190900" cy="190900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188180" y="1028700"/>
            <a:ext cx="6071120" cy="3935868"/>
            <a:chOff x="0" y="0"/>
            <a:chExt cx="2744378" cy="17791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1678" y="0"/>
                  </a:moveTo>
                  <a:lnTo>
                    <a:pt x="2722700" y="0"/>
                  </a:lnTo>
                  <a:cubicBezTo>
                    <a:pt x="2728449" y="0"/>
                    <a:pt x="2733963" y="2284"/>
                    <a:pt x="2738029" y="6349"/>
                  </a:cubicBezTo>
                  <a:cubicBezTo>
                    <a:pt x="2742094" y="10415"/>
                    <a:pt x="2744378" y="15929"/>
                    <a:pt x="2744378" y="21678"/>
                  </a:cubicBezTo>
                  <a:lnTo>
                    <a:pt x="2744378" y="1757485"/>
                  </a:lnTo>
                  <a:cubicBezTo>
                    <a:pt x="2744378" y="1769457"/>
                    <a:pt x="2734672" y="1779163"/>
                    <a:pt x="2722700" y="1779163"/>
                  </a:cubicBezTo>
                  <a:lnTo>
                    <a:pt x="21678" y="1779163"/>
                  </a:lnTo>
                  <a:cubicBezTo>
                    <a:pt x="15929" y="1779163"/>
                    <a:pt x="10415" y="1776879"/>
                    <a:pt x="6349" y="1772814"/>
                  </a:cubicBezTo>
                  <a:cubicBezTo>
                    <a:pt x="2284" y="1768748"/>
                    <a:pt x="0" y="1763234"/>
                    <a:pt x="0" y="1757485"/>
                  </a:cubicBezTo>
                  <a:lnTo>
                    <a:pt x="0" y="21678"/>
                  </a:lnTo>
                  <a:cubicBezTo>
                    <a:pt x="0" y="15929"/>
                    <a:pt x="2284" y="10415"/>
                    <a:pt x="6349" y="6349"/>
                  </a:cubicBezTo>
                  <a:cubicBezTo>
                    <a:pt x="10415" y="2284"/>
                    <a:pt x="15929" y="0"/>
                    <a:pt x="21678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84404" y="1326830"/>
            <a:ext cx="202486" cy="202486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849020" y="1326830"/>
            <a:ext cx="202486" cy="202486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12552" y="1326830"/>
            <a:ext cx="202486" cy="202486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584404" y="1880912"/>
            <a:ext cx="5299281" cy="2645434"/>
            <a:chOff x="0" y="0"/>
            <a:chExt cx="729766" cy="3643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6070" y="0"/>
                  </a:moveTo>
                  <a:lnTo>
                    <a:pt x="713695" y="0"/>
                  </a:lnTo>
                  <a:cubicBezTo>
                    <a:pt x="717957" y="0"/>
                    <a:pt x="722045" y="1693"/>
                    <a:pt x="725059" y="4707"/>
                  </a:cubicBezTo>
                  <a:cubicBezTo>
                    <a:pt x="728073" y="7721"/>
                    <a:pt x="729766" y="11808"/>
                    <a:pt x="729766" y="16070"/>
                  </a:cubicBezTo>
                  <a:lnTo>
                    <a:pt x="729766" y="348233"/>
                  </a:lnTo>
                  <a:cubicBezTo>
                    <a:pt x="729766" y="357109"/>
                    <a:pt x="722571" y="364303"/>
                    <a:pt x="713695" y="364303"/>
                  </a:cubicBezTo>
                  <a:lnTo>
                    <a:pt x="16070" y="364303"/>
                  </a:lnTo>
                  <a:cubicBezTo>
                    <a:pt x="11808" y="364303"/>
                    <a:pt x="7721" y="362610"/>
                    <a:pt x="4707" y="359597"/>
                  </a:cubicBezTo>
                  <a:cubicBezTo>
                    <a:pt x="1693" y="356583"/>
                    <a:pt x="0" y="352495"/>
                    <a:pt x="0" y="348233"/>
                  </a:cubicBezTo>
                  <a:lnTo>
                    <a:pt x="0" y="16070"/>
                  </a:lnTo>
                  <a:cubicBezTo>
                    <a:pt x="0" y="11808"/>
                    <a:pt x="1693" y="7721"/>
                    <a:pt x="4707" y="4707"/>
                  </a:cubicBezTo>
                  <a:cubicBezTo>
                    <a:pt x="7721" y="1693"/>
                    <a:pt x="11808" y="0"/>
                    <a:pt x="1607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730" r="0" b="-1673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4787134"/>
            <a:ext cx="6653883" cy="4313670"/>
            <a:chOff x="0" y="0"/>
            <a:chExt cx="2744378" cy="17791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19780" y="0"/>
                  </a:moveTo>
                  <a:lnTo>
                    <a:pt x="2724598" y="0"/>
                  </a:lnTo>
                  <a:cubicBezTo>
                    <a:pt x="2729844" y="0"/>
                    <a:pt x="2734876" y="2084"/>
                    <a:pt x="2738585" y="5793"/>
                  </a:cubicBezTo>
                  <a:cubicBezTo>
                    <a:pt x="2742294" y="9503"/>
                    <a:pt x="2744378" y="14534"/>
                    <a:pt x="2744378" y="19780"/>
                  </a:cubicBezTo>
                  <a:lnTo>
                    <a:pt x="2744378" y="1759383"/>
                  </a:lnTo>
                  <a:cubicBezTo>
                    <a:pt x="2744378" y="1770307"/>
                    <a:pt x="2735523" y="1779163"/>
                    <a:pt x="2724598" y="1779163"/>
                  </a:cubicBezTo>
                  <a:lnTo>
                    <a:pt x="19780" y="1779163"/>
                  </a:lnTo>
                  <a:cubicBezTo>
                    <a:pt x="14534" y="1779163"/>
                    <a:pt x="9503" y="1777079"/>
                    <a:pt x="5793" y="1773370"/>
                  </a:cubicBezTo>
                  <a:cubicBezTo>
                    <a:pt x="2084" y="1769660"/>
                    <a:pt x="0" y="1764629"/>
                    <a:pt x="0" y="1759383"/>
                  </a:cubicBezTo>
                  <a:lnTo>
                    <a:pt x="0" y="19780"/>
                  </a:lnTo>
                  <a:cubicBezTo>
                    <a:pt x="0" y="14534"/>
                    <a:pt x="2084" y="9503"/>
                    <a:pt x="5793" y="5793"/>
                  </a:cubicBezTo>
                  <a:cubicBezTo>
                    <a:pt x="9503" y="2084"/>
                    <a:pt x="14534" y="0"/>
                    <a:pt x="197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62957" y="5113881"/>
            <a:ext cx="221923" cy="221923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52973" y="5113881"/>
            <a:ext cx="221923" cy="221923"/>
            <a:chOff x="0" y="0"/>
            <a:chExt cx="6350000" cy="635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041801" y="5113881"/>
            <a:ext cx="221923" cy="221923"/>
            <a:chOff x="0" y="0"/>
            <a:chExt cx="6350000" cy="635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62957" y="5721149"/>
            <a:ext cx="5807956" cy="2899367"/>
            <a:chOff x="0" y="0"/>
            <a:chExt cx="729766" cy="3643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4663" y="0"/>
                  </a:moveTo>
                  <a:lnTo>
                    <a:pt x="715103" y="0"/>
                  </a:lnTo>
                  <a:cubicBezTo>
                    <a:pt x="718992" y="0"/>
                    <a:pt x="722721" y="1545"/>
                    <a:pt x="725471" y="4295"/>
                  </a:cubicBezTo>
                  <a:cubicBezTo>
                    <a:pt x="728221" y="7044"/>
                    <a:pt x="729766" y="10774"/>
                    <a:pt x="729766" y="14663"/>
                  </a:cubicBezTo>
                  <a:lnTo>
                    <a:pt x="729766" y="349641"/>
                  </a:lnTo>
                  <a:cubicBezTo>
                    <a:pt x="729766" y="357739"/>
                    <a:pt x="723201" y="364303"/>
                    <a:pt x="715103" y="364303"/>
                  </a:cubicBezTo>
                  <a:lnTo>
                    <a:pt x="14663" y="364303"/>
                  </a:lnTo>
                  <a:cubicBezTo>
                    <a:pt x="10774" y="364303"/>
                    <a:pt x="7044" y="362759"/>
                    <a:pt x="4295" y="360009"/>
                  </a:cubicBezTo>
                  <a:cubicBezTo>
                    <a:pt x="1545" y="357259"/>
                    <a:pt x="0" y="353529"/>
                    <a:pt x="0" y="349641"/>
                  </a:cubicBezTo>
                  <a:lnTo>
                    <a:pt x="0" y="14663"/>
                  </a:lnTo>
                  <a:cubicBezTo>
                    <a:pt x="0" y="10774"/>
                    <a:pt x="1545" y="7044"/>
                    <a:pt x="4295" y="4295"/>
                  </a:cubicBezTo>
                  <a:cubicBezTo>
                    <a:pt x="7044" y="1545"/>
                    <a:pt x="10774" y="0"/>
                    <a:pt x="1466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730" r="0" b="-1673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4549642"/>
            <a:ext cx="10420061" cy="4708658"/>
            <a:chOff x="0" y="0"/>
            <a:chExt cx="2744378" cy="1240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4378" cy="1240140"/>
            </a:xfrm>
            <a:custGeom>
              <a:avLst/>
              <a:gdLst/>
              <a:ahLst/>
              <a:cxnLst/>
              <a:rect r="r" b="b" t="t" l="l"/>
              <a:pathLst>
                <a:path h="1240140" w="2744378">
                  <a:moveTo>
                    <a:pt x="37892" y="0"/>
                  </a:moveTo>
                  <a:lnTo>
                    <a:pt x="2706486" y="0"/>
                  </a:lnTo>
                  <a:cubicBezTo>
                    <a:pt x="2727413" y="0"/>
                    <a:pt x="2744378" y="16965"/>
                    <a:pt x="2744378" y="37892"/>
                  </a:cubicBezTo>
                  <a:lnTo>
                    <a:pt x="2744378" y="1202248"/>
                  </a:lnTo>
                  <a:cubicBezTo>
                    <a:pt x="2744378" y="1223175"/>
                    <a:pt x="2727413" y="1240140"/>
                    <a:pt x="2706486" y="1240140"/>
                  </a:cubicBezTo>
                  <a:lnTo>
                    <a:pt x="37892" y="1240140"/>
                  </a:lnTo>
                  <a:cubicBezTo>
                    <a:pt x="16965" y="1240140"/>
                    <a:pt x="0" y="1223175"/>
                    <a:pt x="0" y="1202248"/>
                  </a:cubicBezTo>
                  <a:lnTo>
                    <a:pt x="0" y="37892"/>
                  </a:lnTo>
                  <a:cubicBezTo>
                    <a:pt x="0" y="16965"/>
                    <a:pt x="16965" y="0"/>
                    <a:pt x="37892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4378" cy="1278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08752" y="6745354"/>
            <a:ext cx="10883404" cy="170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88"/>
              </a:lnSpc>
            </a:pPr>
            <a:r>
              <a:rPr lang="en-US" sz="12584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Thank You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08752" y="5061333"/>
            <a:ext cx="347534" cy="347534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62920" y="5061333"/>
            <a:ext cx="347534" cy="347534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615229" y="5061333"/>
            <a:ext cx="347534" cy="347534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54181" y="1453563"/>
            <a:ext cx="5612780" cy="3638730"/>
            <a:chOff x="0" y="0"/>
            <a:chExt cx="2744378" cy="17791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3449" y="0"/>
                  </a:moveTo>
                  <a:lnTo>
                    <a:pt x="2720929" y="0"/>
                  </a:lnTo>
                  <a:cubicBezTo>
                    <a:pt x="2727148" y="0"/>
                    <a:pt x="2733113" y="2470"/>
                    <a:pt x="2737510" y="6868"/>
                  </a:cubicBezTo>
                  <a:cubicBezTo>
                    <a:pt x="2741908" y="11265"/>
                    <a:pt x="2744378" y="17230"/>
                    <a:pt x="2744378" y="23449"/>
                  </a:cubicBezTo>
                  <a:lnTo>
                    <a:pt x="2744378" y="1755714"/>
                  </a:lnTo>
                  <a:cubicBezTo>
                    <a:pt x="2744378" y="1768665"/>
                    <a:pt x="2733880" y="1779163"/>
                    <a:pt x="2720929" y="1779163"/>
                  </a:cubicBezTo>
                  <a:lnTo>
                    <a:pt x="23449" y="1779163"/>
                  </a:lnTo>
                  <a:cubicBezTo>
                    <a:pt x="17230" y="1779163"/>
                    <a:pt x="11265" y="1776693"/>
                    <a:pt x="6868" y="1772295"/>
                  </a:cubicBezTo>
                  <a:cubicBezTo>
                    <a:pt x="2470" y="1767898"/>
                    <a:pt x="0" y="1761933"/>
                    <a:pt x="0" y="1755714"/>
                  </a:cubicBezTo>
                  <a:lnTo>
                    <a:pt x="0" y="23449"/>
                  </a:lnTo>
                  <a:cubicBezTo>
                    <a:pt x="0" y="10498"/>
                    <a:pt x="10498" y="0"/>
                    <a:pt x="234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1028700"/>
            <a:ext cx="4969751" cy="3221858"/>
            <a:chOff x="0" y="0"/>
            <a:chExt cx="2744378" cy="17791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6483" y="0"/>
                  </a:moveTo>
                  <a:lnTo>
                    <a:pt x="2717896" y="0"/>
                  </a:lnTo>
                  <a:cubicBezTo>
                    <a:pt x="2724919" y="0"/>
                    <a:pt x="2731655" y="2790"/>
                    <a:pt x="2736622" y="7757"/>
                  </a:cubicBezTo>
                  <a:cubicBezTo>
                    <a:pt x="2741588" y="12723"/>
                    <a:pt x="2744378" y="19459"/>
                    <a:pt x="2744378" y="26483"/>
                  </a:cubicBezTo>
                  <a:lnTo>
                    <a:pt x="2744378" y="1752680"/>
                  </a:lnTo>
                  <a:cubicBezTo>
                    <a:pt x="2744378" y="1759704"/>
                    <a:pt x="2741588" y="1766440"/>
                    <a:pt x="2736622" y="1771406"/>
                  </a:cubicBezTo>
                  <a:cubicBezTo>
                    <a:pt x="2731655" y="1776373"/>
                    <a:pt x="2724919" y="1779163"/>
                    <a:pt x="2717896" y="1779163"/>
                  </a:cubicBezTo>
                  <a:lnTo>
                    <a:pt x="26483" y="1779163"/>
                  </a:lnTo>
                  <a:cubicBezTo>
                    <a:pt x="19459" y="1779163"/>
                    <a:pt x="12723" y="1776373"/>
                    <a:pt x="7757" y="1771406"/>
                  </a:cubicBezTo>
                  <a:cubicBezTo>
                    <a:pt x="2790" y="1766440"/>
                    <a:pt x="0" y="1759704"/>
                    <a:pt x="0" y="1752680"/>
                  </a:cubicBezTo>
                  <a:lnTo>
                    <a:pt x="0" y="26483"/>
                  </a:lnTo>
                  <a:cubicBezTo>
                    <a:pt x="0" y="19459"/>
                    <a:pt x="2790" y="12723"/>
                    <a:pt x="7757" y="7757"/>
                  </a:cubicBezTo>
                  <a:cubicBezTo>
                    <a:pt x="12723" y="2790"/>
                    <a:pt x="19459" y="0"/>
                    <a:pt x="264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20492" y="1729185"/>
            <a:ext cx="187200" cy="187200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53044" y="1272746"/>
            <a:ext cx="165753" cy="165753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65130" y="1729185"/>
            <a:ext cx="187200" cy="187200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69656" y="1272746"/>
            <a:ext cx="165753" cy="165753"/>
            <a:chOff x="0" y="0"/>
            <a:chExt cx="6350000" cy="635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08767" y="1729185"/>
            <a:ext cx="187200" cy="187200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85380" y="1272746"/>
            <a:ext cx="165753" cy="165753"/>
            <a:chOff x="0" y="0"/>
            <a:chExt cx="6350000" cy="635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720492" y="2241437"/>
            <a:ext cx="4899212" cy="2445717"/>
            <a:chOff x="0" y="0"/>
            <a:chExt cx="729766" cy="3643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7383" y="0"/>
                  </a:moveTo>
                  <a:lnTo>
                    <a:pt x="712383" y="0"/>
                  </a:lnTo>
                  <a:cubicBezTo>
                    <a:pt x="716993" y="0"/>
                    <a:pt x="721414" y="1831"/>
                    <a:pt x="724674" y="5091"/>
                  </a:cubicBezTo>
                  <a:cubicBezTo>
                    <a:pt x="727934" y="8351"/>
                    <a:pt x="729766" y="12772"/>
                    <a:pt x="729766" y="17383"/>
                  </a:cubicBezTo>
                  <a:lnTo>
                    <a:pt x="729766" y="346921"/>
                  </a:lnTo>
                  <a:cubicBezTo>
                    <a:pt x="729766" y="356521"/>
                    <a:pt x="721983" y="364303"/>
                    <a:pt x="712383" y="364303"/>
                  </a:cubicBezTo>
                  <a:lnTo>
                    <a:pt x="17383" y="364303"/>
                  </a:lnTo>
                  <a:cubicBezTo>
                    <a:pt x="12772" y="364303"/>
                    <a:pt x="8351" y="362472"/>
                    <a:pt x="5091" y="359212"/>
                  </a:cubicBezTo>
                  <a:cubicBezTo>
                    <a:pt x="1831" y="355952"/>
                    <a:pt x="0" y="351531"/>
                    <a:pt x="0" y="346921"/>
                  </a:cubicBezTo>
                  <a:lnTo>
                    <a:pt x="0" y="17383"/>
                  </a:lnTo>
                  <a:cubicBezTo>
                    <a:pt x="0" y="12772"/>
                    <a:pt x="1831" y="8351"/>
                    <a:pt x="5091" y="5091"/>
                  </a:cubicBezTo>
                  <a:cubicBezTo>
                    <a:pt x="8351" y="1831"/>
                    <a:pt x="12772" y="0"/>
                    <a:pt x="1738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355" r="0" b="-1635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3044" y="1726311"/>
            <a:ext cx="4337933" cy="2165523"/>
            <a:chOff x="0" y="0"/>
            <a:chExt cx="729766" cy="3643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9632" y="0"/>
                  </a:moveTo>
                  <a:lnTo>
                    <a:pt x="710134" y="0"/>
                  </a:lnTo>
                  <a:cubicBezTo>
                    <a:pt x="715341" y="0"/>
                    <a:pt x="720334" y="2068"/>
                    <a:pt x="724016" y="5750"/>
                  </a:cubicBezTo>
                  <a:cubicBezTo>
                    <a:pt x="727697" y="9432"/>
                    <a:pt x="729766" y="14425"/>
                    <a:pt x="729766" y="19632"/>
                  </a:cubicBezTo>
                  <a:lnTo>
                    <a:pt x="729766" y="344672"/>
                  </a:lnTo>
                  <a:cubicBezTo>
                    <a:pt x="729766" y="355514"/>
                    <a:pt x="720976" y="364303"/>
                    <a:pt x="710134" y="364303"/>
                  </a:cubicBezTo>
                  <a:lnTo>
                    <a:pt x="19632" y="364303"/>
                  </a:lnTo>
                  <a:cubicBezTo>
                    <a:pt x="14425" y="364303"/>
                    <a:pt x="9432" y="362235"/>
                    <a:pt x="5750" y="358553"/>
                  </a:cubicBezTo>
                  <a:cubicBezTo>
                    <a:pt x="2068" y="354872"/>
                    <a:pt x="0" y="349878"/>
                    <a:pt x="0" y="344672"/>
                  </a:cubicBezTo>
                  <a:lnTo>
                    <a:pt x="0" y="19632"/>
                  </a:lnTo>
                  <a:cubicBezTo>
                    <a:pt x="0" y="14425"/>
                    <a:pt x="2068" y="9432"/>
                    <a:pt x="5750" y="5750"/>
                  </a:cubicBezTo>
                  <a:cubicBezTo>
                    <a:pt x="9432" y="2068"/>
                    <a:pt x="14425" y="0"/>
                    <a:pt x="1963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730" r="0" b="-1673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739021" y="4066960"/>
            <a:ext cx="5520279" cy="3578762"/>
            <a:chOff x="0" y="0"/>
            <a:chExt cx="2744378" cy="17791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3842" y="0"/>
                  </a:moveTo>
                  <a:lnTo>
                    <a:pt x="2720537" y="0"/>
                  </a:lnTo>
                  <a:cubicBezTo>
                    <a:pt x="2726860" y="0"/>
                    <a:pt x="2732924" y="2512"/>
                    <a:pt x="2737395" y="6983"/>
                  </a:cubicBezTo>
                  <a:cubicBezTo>
                    <a:pt x="2741866" y="11454"/>
                    <a:pt x="2744378" y="17518"/>
                    <a:pt x="2744378" y="23842"/>
                  </a:cubicBezTo>
                  <a:lnTo>
                    <a:pt x="2744378" y="1755322"/>
                  </a:lnTo>
                  <a:cubicBezTo>
                    <a:pt x="2744378" y="1768489"/>
                    <a:pt x="2733704" y="1779163"/>
                    <a:pt x="2720537" y="1779163"/>
                  </a:cubicBezTo>
                  <a:lnTo>
                    <a:pt x="23842" y="1779163"/>
                  </a:lnTo>
                  <a:cubicBezTo>
                    <a:pt x="17518" y="1779163"/>
                    <a:pt x="11454" y="1776651"/>
                    <a:pt x="6983" y="1772180"/>
                  </a:cubicBezTo>
                  <a:cubicBezTo>
                    <a:pt x="2512" y="1767709"/>
                    <a:pt x="0" y="1761645"/>
                    <a:pt x="0" y="1755322"/>
                  </a:cubicBezTo>
                  <a:lnTo>
                    <a:pt x="0" y="23842"/>
                  </a:lnTo>
                  <a:cubicBezTo>
                    <a:pt x="0" y="17518"/>
                    <a:pt x="2512" y="11454"/>
                    <a:pt x="6983" y="6983"/>
                  </a:cubicBezTo>
                  <a:cubicBezTo>
                    <a:pt x="11454" y="2512"/>
                    <a:pt x="17518" y="0"/>
                    <a:pt x="23842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99295" y="4338040"/>
            <a:ext cx="184114" cy="184114"/>
            <a:chOff x="0" y="0"/>
            <a:chExt cx="6350000" cy="635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39902" y="4338040"/>
            <a:ext cx="184114" cy="184114"/>
            <a:chOff x="0" y="0"/>
            <a:chExt cx="6350000" cy="6350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579523" y="4338040"/>
            <a:ext cx="184114" cy="184114"/>
            <a:chOff x="0" y="0"/>
            <a:chExt cx="6350000" cy="6350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099295" y="4841850"/>
            <a:ext cx="4818470" cy="2405410"/>
            <a:chOff x="0" y="0"/>
            <a:chExt cx="729766" cy="3643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7674" y="0"/>
                  </a:moveTo>
                  <a:lnTo>
                    <a:pt x="712092" y="0"/>
                  </a:lnTo>
                  <a:cubicBezTo>
                    <a:pt x="716779" y="0"/>
                    <a:pt x="721275" y="1862"/>
                    <a:pt x="724589" y="5177"/>
                  </a:cubicBezTo>
                  <a:cubicBezTo>
                    <a:pt x="727904" y="8491"/>
                    <a:pt x="729766" y="12986"/>
                    <a:pt x="729766" y="17674"/>
                  </a:cubicBezTo>
                  <a:lnTo>
                    <a:pt x="729766" y="346630"/>
                  </a:lnTo>
                  <a:cubicBezTo>
                    <a:pt x="729766" y="356391"/>
                    <a:pt x="721853" y="364303"/>
                    <a:pt x="712092" y="364303"/>
                  </a:cubicBezTo>
                  <a:lnTo>
                    <a:pt x="17674" y="364303"/>
                  </a:lnTo>
                  <a:cubicBezTo>
                    <a:pt x="7913" y="364303"/>
                    <a:pt x="0" y="356391"/>
                    <a:pt x="0" y="346630"/>
                  </a:cubicBezTo>
                  <a:lnTo>
                    <a:pt x="0" y="17674"/>
                  </a:lnTo>
                  <a:cubicBezTo>
                    <a:pt x="0" y="7913"/>
                    <a:pt x="7913" y="0"/>
                    <a:pt x="1767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730" r="0" b="-1673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DAHAdWgNu28</dc:identifier>
  <dcterms:modified xsi:type="dcterms:W3CDTF">2011-08-01T06:04:30Z</dcterms:modified>
  <cp:revision>1</cp:revision>
  <dc:title>shopKoKo.ae</dc:title>
</cp:coreProperties>
</file>